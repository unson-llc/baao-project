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463040"/>
            <a:ext cx="73152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AI駆動プロジェクトマネジメント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PMの仕事を「管理作業」から「戦略的判断」へ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2026年3月4日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佐藤圭吾｜一般社団法人ビジネスAI推進機構（BAAO）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 クラウドデリバリー統括部 MCマネジメントチーム 御中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本日のアジェンダ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60120"/>
            <a:ext cx="45720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問題提起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960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PMの仕事、このままでいいのか？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0" y="960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453896"/>
            <a:ext cx="80467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453896"/>
            <a:ext cx="45720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14538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コンセプト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14538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PMの本質的な仕事とは？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0" y="14538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1947672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1947672"/>
            <a:ext cx="45720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1947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実例デモ①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19476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「GMの仕事は目標を書くだけ」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19476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441448"/>
            <a:ext cx="80467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24414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実例デモ②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0" y="24414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PM業務6つの自動化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0" y="24414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2935224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2935224"/>
            <a:ext cx="45720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" y="29352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0400" y="29352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10人規模PJの場合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0" y="29352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8分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3429000"/>
            <a:ext cx="80467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導入イメージ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200400" y="3429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3ヶ月で効果実証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98080" y="3429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7分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3922776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3922776"/>
            <a:ext cx="45720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143000" y="3922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運用保守AI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200400" y="392277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同じコンセプトの横展開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98080" y="39227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3分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416552"/>
            <a:ext cx="80467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Shape 45"/>
          <p:cNvSpPr/>
          <p:nvPr/>
        </p:nvSpPr>
        <p:spPr>
          <a:xfrm>
            <a:off x="548640" y="4416552"/>
            <a:ext cx="45720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143000" y="4416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 + Q&amp;A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200400" y="44165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498080" y="4416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548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問題提起 — PMの仕事、このままでいいのか？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PMの現実 — 週40時間の内訳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進捗管理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0" y="1097280"/>
            <a:ext cx="4389120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1097280"/>
            <a:ext cx="164592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097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会議準備・運営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1874520"/>
            <a:ext cx="4389120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1874520"/>
            <a:ext cx="109728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874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報告資料作成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0" y="2651760"/>
            <a:ext cx="4389120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2651760"/>
            <a:ext cx="109728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2651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3429000"/>
            <a:ext cx="4389120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5920" y="3429000"/>
            <a:ext cx="548640" cy="4114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3429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1005840"/>
            <a:ext cx="2377440" cy="13716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005840"/>
            <a:ext cx="23774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管理作業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87.5%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53796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35h / 40h が作業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651760"/>
            <a:ext cx="2377440" cy="13716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2651760"/>
            <a:ext cx="23774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戦略的判断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53796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 / 40h しか判断できない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206240"/>
            <a:ext cx="80467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PMの時間の大半が「作業」に消えている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PMが抱える4つの構造的問題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管理作業に追われる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PMが「管理」に追われて「判断」ができない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54864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PMへの情報集中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情報がPMに集中し、PMがいないと回らない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34640"/>
            <a:ext cx="54864" cy="1554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遅い異常検知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異常に気づくのが3週間後。手遅れになりがち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3464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PM人材の疲弊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474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優秀な人ほど辞めていく悪循環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皆さんのPMは、本当に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「マネジメント」してますか？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それとも「作業」に追われてますか？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548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コンセプト — PMの本質的な仕事とは？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「自らを不要とせよ」— PM実践ガイドの示唆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「組織化の核心は、自らを不要とせよ」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Product Management in Practice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セルフチェック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あなたが1週間休んでも、チームは回りますか？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「今何をしている？なぜ？」に誰でも答えられますか？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必要な情報にすぐたどり着けますか？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多くのPMの現実 vs 本来の姿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931920" cy="34747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多くのPMの現実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自分がいないと止まる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自分しか全体が見えない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情報が散らばって探せない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毎週の報告書作成に追われる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3931920" cy="34747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本来のPMの仕事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方向性を決める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優先順位を判断する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リスクを見抜く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ステークホルダーを調整する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アウトプット vs アウトカム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従来のPM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035040" cy="731520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アウトプット作業: 75%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1463040"/>
            <a:ext cx="2011680" cy="731520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アウトカム: 25%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AI駆動PM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2011680" cy="731520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作業: 25%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3017520"/>
            <a:ext cx="6035040" cy="731520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アウトカム思考: 75%（戦略・判断・価値創造）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AIが自動化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40233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本来の仕事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AIはループを回す。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人間は方向を決める。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548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実例デモ① — 「GMの仕事は目標を書くだけ」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月曜朝のスプリント計画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931920" cy="32004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54864" cy="3200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PMが2時間かけて: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先週の振り返りを手動集計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今週のタスクを洗い出し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優先度を決めて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メンバーにアサイン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3931920" cy="32004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54864" cy="3200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GMは5分で目標を書くだけ: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「認証機能のPRをマージ」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「請求書テンプレート完成」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AIが自動でタスク洗い出し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AIが優先度提案＆リマインダー送信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4206240"/>
            <a:ext cx="219456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2時間 → 5分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毎日21:00 — 日次ログ自動生成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0515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2026-03-03（月）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完了タスク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[完] ログイン画面実装（佐藤）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[完] パスワードリセット実装（佐藤）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進行中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[進] テスト作成（佐藤）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ブロッカー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なし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重要な決定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API認証方式はJWT採用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2926080" cy="228600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0" y="1371600"/>
            <a:ext cx="29260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PMがやったこと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何もなし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12648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全てAIが自動生成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毎週金曜18:00 — 週次振り返り自動生成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0515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W09 振り返り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完了事項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認証機能v1をリリース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請求書テンプレートを完成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ブロッカー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決済連携のAPI仕様が未確定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学び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テストカバレッジを先に確保すると楽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 来週の予定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決済連携の実装開始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2926080" cy="22860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0" y="1371600"/>
            <a:ext cx="29260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PMがやったこと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5分で確認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12648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コメントを少し追加しただけ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BAAO/Unson 4ヶ月間の実運用実績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8288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8288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21名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5プロジェクト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9728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88720"/>
            <a:ext cx="18288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560320" y="2002536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会議時間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188720"/>
            <a:ext cx="18288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63440" y="2002536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PM工数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97280"/>
            <a:ext cx="18288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188720"/>
            <a:ext cx="18288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766560" y="2002536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タスク登録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8046720" cy="1188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「自分たちが使っているから、自信を持って勧められる」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大手コンサル: 「こういうシステムを作れます」（理論ベース）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BAAO/Unson: 「これ、今うちで動いてます」（実証済み）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548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実例デモ② — PM業務6つの自動化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PM業務の自動化マップ — AIが担う範囲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56032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PM業務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AIの役割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人の役割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削減率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①進捗管理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自動収集・異常検知・アラート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異常値の対応判断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②会議運営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アジェンダ生成・議事録・タスク振り分け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会議進行・意思決定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③報告資料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レポート自動生成・グラフ更新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レビュー・承認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④WBS作成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ドラフト自動生成・類似PJ分析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レビュー・調整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⑤タスク登録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議事録→タスク自動抽出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担当者の最終判断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⑥遅延リカバリ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パターン検出・対策自動提案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提案の評価・選択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原則: AIが「提案・ドラフト・アラート」、人が「判断・承認・調整」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進捗管理の自動化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931920" cy="25603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54864" cy="2560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PMが毎週15時間: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各メンバーにSlackで確認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Jiraの更新漏れをチェック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Excelに手動で集計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遅延タスクを目視で探す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3931920" cy="25603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54864" cy="2560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AIが自動で: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Slack/Jira/GitHubから進捗収集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異常値（遅延）を検出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依存タスクへの影響を計算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「3日遅れます」とアラート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3749040"/>
            <a:ext cx="329184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3749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週15時間 → 3時間（80%削減）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会議運営の自動化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931920" cy="25603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54864" cy="2560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PMが毎週10時間: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アジェンダ作成（30分）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会議中にメモ取り（1.5時間）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議事録清書（1時間）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タスク振り分け（1時間）× 週5回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3931920" cy="25603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54864" cy="2560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AIが自動で: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進捗差分からアジェンダ自動生成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会議の文字起こし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要約を自動生成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アクションアイテム → 担当者に自動振り分け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3749040"/>
            <a:ext cx="329184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3749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週10時間 → 1.5時間（85%削減）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報告資料作成の自動化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931920" cy="25603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54864" cy="2560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PMが毎週10時間: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進捗データを手動でグラフ化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課題・リスクを文章化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週次レポートをPPTで作成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月次報告書を上位職向けに調整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3931920" cy="25603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54864" cy="2560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AIが自動で: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進捗グラフを自動更新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課題・リスクを自動抽出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週次レポートを自動生成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月次報告書を自動生成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3749040"/>
            <a:ext cx="329184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3749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週10時間 → 1時間（90%削減）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④⑤⑥ WBS・タスク登録・遅延リカバリ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WBS作成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AIがドラフト生成 → PMがレビュー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1234440"/>
            <a:ext cx="109728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1234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削減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86000"/>
            <a:ext cx="54864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タスク登録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議事録からタスク自動抽出 → 担当者に自動振り分け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2514600"/>
            <a:ext cx="1097280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514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削減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66160"/>
            <a:ext cx="54864" cy="10515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遅延リカバリ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過去PJ分析 → リカバリ策を自動提案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0" y="3794760"/>
            <a:ext cx="1097280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37947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削減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548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 — 10人規模PJの場合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PM工数削減 — 週40時間が10時間に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従来のPM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週 40 時間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AI駆動PM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560320"/>
            <a:ext cx="2011680" cy="640080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週 10 時間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75% 削減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56616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57600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57200" y="4270248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PM工数削減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356616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356616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3657600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1,200~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1,600h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91840" y="4270248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年間削減時間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56616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3566160"/>
            <a:ext cx="256032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657600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600~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800万円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26480" y="4270248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年間金額換算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年間効果 — 10PJ運用の場合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1645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05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8,000万〜1.2億円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10人規模PJ × 10件（試算）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効果項目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計算根拠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金額/年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PM工数削減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600〜800万円/年 × 10PJ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6,000〜8,000万円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会議時間削減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150〜200万円/年 × 10PJ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1,500〜2,000万円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リスク損失回避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300〜500万円 × 5件（推定）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1,500〜2,500万円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約9,000万〜1.2億円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定性効果 — 目に見えない価値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PMの負荷軽減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戦略的な判断に75%の時間。優秀な人が辞めなくなる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リスク早期検出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従来3週間 → 1週間で異常検知。2週間早くリカバリ開始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透明性の向上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誰でもリアルタイムで状況把握。ステークホルダーの信頼向上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新人PMの育成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AIが標準WBS・タスクを提案。経験の浅いPMでも品質担保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投資対効果（ROI）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657600" cy="18288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初年度コスト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1,000〜1,500万円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Azure基盤: 100〜150万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導入支援: 600〜1,000万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保守運用: 200〜350万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005840"/>
            <a:ext cx="3657600" cy="182880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初年度リターン（10PJ）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9,000万〜1.2億円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12064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工数削減 + リスク回避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3200400" cy="1188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初年度 ROI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6〜12倍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5029200" y="3200400"/>
            <a:ext cx="3200400" cy="1188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2年目以降 ROI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20〜30倍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029200" y="4160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運用コストのみ 300〜500万円/年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548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導入イメージ — 3ヶ月で効果実証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3ヶ月パイロットプログラム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9748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3268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設計・準備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1ヶ月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業務フロー分析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Azure環境構築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KPI設計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パイロットPJ選定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91440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914400"/>
            <a:ext cx="2697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93268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パイロット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2ヶ月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19202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W1-2: 会議自動化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W3-4: 進捗レポート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W5-6: リスク検出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W7-8: 報告資料自動化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91440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914400"/>
            <a:ext cx="269748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93268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1097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効果測定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1ヶ月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9202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PM工数Before/After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会議時間記録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ROI算出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上位職への報告支援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伴走体制: BAAO/Unsonが週1回ミーティング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パイロット2ヶ月間の詳細ステップ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109728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" y="1280160"/>
            <a:ext cx="54864" cy="7772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会議自動化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すぐに効果が見える領域からスタート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05740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1161288" y="2240280"/>
            <a:ext cx="54864" cy="7772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進捗自動レポート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PM工数削減を体感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301752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" y="3200400"/>
            <a:ext cx="54864" cy="7772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リスク検出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安心感が生まれる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97764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WBS・報告資料自動化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2608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全体の効果を実感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横展開への道筋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7830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7830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パイロット成功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PM工数50%以上削減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4028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7830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188720"/>
            <a:ext cx="178308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325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上位職の承認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1828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効果レポート提出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17830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17830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325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3-5PJへ横展開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Azure基盤拡張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903720" y="1188720"/>
            <a:ext cx="17830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188720"/>
            <a:ext cx="17830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325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全社展開検討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1828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CAIO組織と連携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重要な前提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「ツールを入れるだけでは効果30%。組織のプロセスを変えると効果200%」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PMの役割:「管理者」→「意思決定者」へ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組織文化:「報告文化」→「透明性文化」へ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548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運用保守AI自動化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同じコンセプトを運用保守にも適用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インシデント対応の自動化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異常検知 → 原因分析 → 復旧手順提案を自動化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94560"/>
            <a:ext cx="54864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86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ログ分析・異常検出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24時間365日の常時監視をAIが担当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383280"/>
            <a:ext cx="54864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自動復旧シナリオ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過去の対応履歴から最適な復旧手順を提案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詳細はご質問に応じてお話しします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548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 + Q&amp;A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持ち帰ってほしい5つのこと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005840"/>
            <a:ext cx="411480" cy="41148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PMの本質は「判断」と「調整」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作業に75%の時間 — この現状は変えられる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8046720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828800"/>
            <a:ext cx="411480" cy="41148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AI駆動PMは「組織変革」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057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ツール導入ではなく、プロセスを変える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651760"/>
            <a:ext cx="411480" cy="41148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実証済み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2880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BAAO/Unson自身が4ヶ月間実運用中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8046720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474720"/>
            <a:ext cx="411480" cy="41148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投資対効果が明確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703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初年度ROI 6〜12倍。10PJで年間8,000万〜1.2億円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4297680"/>
            <a:ext cx="411480" cy="41148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3ヶ月で効果実証可能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16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リスクを抑えてスタートできる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他社のAI活用実績（参考）</a:t>
            </a:r>
            <a:endParaRPr lang="en-US" sz="2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企業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効果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ソフトバンク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2万人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2.5ヶ月で250万エージェント作成、90%肯定的評価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NTTデータ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20万人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RFP対応60%短縮、開発生産性3倍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28万人全員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1,000件ユースケース、SI効果1,000億円目標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富士通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46,000人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生産性100倍（3人月→4時間）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全社員7割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営業準備74%削減、年間4.7万時間削減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共通点: トップのコミットメント × 具体的な業務適用 × 測定可能な成果指標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次のステップ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09728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パイロットPJ選定の相談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効果が見えやすい10人規模PJを選定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286000"/>
            <a:ext cx="6400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2286000"/>
            <a:ext cx="54864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詳細見積もり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NEC環境に合わせた構成・費用を提示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1600" y="347472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PoC計画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3ヶ月パイロットの詳細スケジュール策定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657600" y="2286000"/>
            <a:ext cx="18288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ご質問をお待ちしています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ありがとうございました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2377440"/>
            <a:ext cx="18288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一般社団法人ビジネスAI推進機構（BAAO）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佐藤圭吾  |  k.sato@baao.or.jp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AI駆動プロジェクトマネジメント - NEC MCマネジメントチーム説明会</dc:title>
  <dc:subject>PptxGenJS Presentation</dc:subject>
  <dc:creator>佐藤圭吾（BAAO）</dc:creator>
  <cp:lastModifiedBy>佐藤圭吾（BAAO）</cp:lastModifiedBy>
  <cp:revision>1</cp:revision>
  <dcterms:created xsi:type="dcterms:W3CDTF">2026-03-04T03:27:28Z</dcterms:created>
  <dcterms:modified xsi:type="dcterms:W3CDTF">2026-03-04T03:27:28Z</dcterms:modified>
</cp:coreProperties>
</file>