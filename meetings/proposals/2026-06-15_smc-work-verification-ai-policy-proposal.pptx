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-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-current-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-poc-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-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-cleanup-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-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