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B6CA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NEC様向け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 総合提案書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08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Copilot活用 × ナレッジAI × AI駆動PM で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営業生産性と全社AI普及を同時に実現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2026年2月19日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一般社団法人ビジネスAI推進機構（BAAO） / 合同会社Unson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 × Unson  |  NEC様向け AI活用総合提案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エグゼクティブサマリー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3つの提案で、NECの営業・ナレッジ・マネジメントを変革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63040"/>
            <a:ext cx="24688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セールスエージェントAI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26517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Copilot基盤で営業の情報収集・提案書作成・CRM入力を自動化。商談準備時間75%削減を実現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29000" y="146304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29000" y="1463040"/>
            <a:ext cx="2468880" cy="54864"/>
          </a:xfrm>
          <a:prstGeom prst="rect">
            <a:avLst/>
          </a:prstGeom>
          <a:solidFill>
            <a:srgbClr val="1B6CA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7373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188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ナレッジ会話AI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11880" y="26517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社内文書を自然言語で横断検索。Box移行と連動し情報検索時間を最大70%削減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146304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46304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373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AI駆動PM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26517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プロジェクト管理にAIを組み込み、進捗・リスク・会議を自動化。全社AI普及の起点に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31520" y="4206240"/>
            <a:ext cx="768096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4206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既存Copilot投資を最大活用 ─ 新規SaaS不要 ─ NGSセキュリティ準拠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 × Unson  |  NEC様向け AI活用総合提案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NECの現状と課題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現在の環境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利用可能（既存投資あり）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NGS経由のAI利用（セキュリティ準拠）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Box移行進行中（データソース分散）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78892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CAIO的役職・AI横串組織を新設済み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構造的課題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846320" y="155448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1"/>
          <p:cNvSpPr/>
          <p:nvPr/>
        </p:nvSpPr>
        <p:spPr>
          <a:xfrm>
            <a:off x="4846320" y="1554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1663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営業の70%が間接業務に消費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846320" y="196596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4"/>
          <p:cNvSpPr/>
          <p:nvPr/>
        </p:nvSpPr>
        <p:spPr>
          <a:xfrm>
            <a:off x="4846320" y="1965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16636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NGSのRAG登録が手動・高コスト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846320" y="237744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17"/>
          <p:cNvSpPr/>
          <p:nvPr/>
        </p:nvSpPr>
        <p:spPr>
          <a:xfrm>
            <a:off x="4846320" y="2377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16636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AI推進が現場に浸透していない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846320" y="278892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0"/>
          <p:cNvSpPr/>
          <p:nvPr/>
        </p:nvSpPr>
        <p:spPr>
          <a:xfrm>
            <a:off x="4846320" y="2788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16636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競合他社がAI営業で先行中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315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競合他社の実績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731520" y="3749040"/>
            <a:ext cx="1874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731520" y="3749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822960" y="4114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営業準備時間削減（年間4.7万時間）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2788920" y="3749040"/>
            <a:ext cx="1874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2788920" y="3749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2880360" y="4114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NTTデータ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RFP対応時間短縮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4846320" y="3749040"/>
            <a:ext cx="1874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4846320" y="3749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250万</a:t>
            </a:r>
            <a:endParaRPr lang="en-US" sz="2200" dirty="0"/>
          </a:p>
        </p:txBody>
      </p:sp>
      <p:sp>
        <p:nvSpPr>
          <p:cNvPr id="37" name="Text 31"/>
          <p:cNvSpPr/>
          <p:nvPr/>
        </p:nvSpPr>
        <p:spPr>
          <a:xfrm>
            <a:off x="4937760" y="4114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ソフトバンク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AIエージェント作成（2.5ヶ月）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6903720" y="3749040"/>
            <a:ext cx="1874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3"/>
          <p:cNvSpPr/>
          <p:nvPr/>
        </p:nvSpPr>
        <p:spPr>
          <a:xfrm>
            <a:off x="6903720" y="3749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20%+</a:t>
            </a:r>
            <a:endParaRPr lang="en-US" sz="2200" dirty="0"/>
          </a:p>
        </p:txBody>
      </p:sp>
      <p:sp>
        <p:nvSpPr>
          <p:cNvPr id="40" name="Text 34"/>
          <p:cNvSpPr/>
          <p:nvPr/>
        </p:nvSpPr>
        <p:spPr>
          <a:xfrm>
            <a:off x="6995160" y="4114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富士通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作業時間短縮（Copilot導入）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22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63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セールスエージェントAI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Copilot活用で営業プロセスを自動化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 × Unson  |  NEC様向け AI活用総合提案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 × Unson  |  NEC様向け AI活用総合提案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セールスエージェントAI：5つのコア機能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既存のM365 Copilot環境を最大活用。新規SaaS導入は不要。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顧客インテリジェンス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自動収集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1280160" cy="411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34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2〜4時間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12344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83480" y="1234440"/>
            <a:ext cx="1280160" cy="4114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234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SharePoint・CRMから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商談準備シートを自動生成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1828800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1965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提案書ドラフト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965960"/>
            <a:ext cx="1280160" cy="411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965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4〜8時間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19659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83480" y="1965960"/>
            <a:ext cx="1280160" cy="4114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1965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顧客情報+製品情報から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完成度70%の初稿を自動作成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2560320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26974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34440" y="2651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議事録・ネクスト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アクション自動化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2697480"/>
            <a:ext cx="1280160" cy="411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2697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1〜2時間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2697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983480" y="2697480"/>
            <a:ext cx="1280160" cy="4114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2697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Teams会議から自動で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議事録・タスク・メール生成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3291840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34290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23444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CRM/SFA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データ自動入力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91840" y="3429000"/>
            <a:ext cx="1280160" cy="411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0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45分/日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17720" y="34290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983480" y="3429000"/>
            <a:ext cx="1280160" cy="4114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4" name="Text 42"/>
          <p:cNvSpPr/>
          <p:nvPr/>
        </p:nvSpPr>
        <p:spPr>
          <a:xfrm>
            <a:off x="4983480" y="3429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ほぼ0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メール・Teamsから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CRMフィールドを自動推定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1520" y="4023360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" y="41605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234440" y="4114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営業ナレッジ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アシスタント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91840" y="4160520"/>
            <a:ext cx="1280160" cy="411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1" name="Text 49"/>
          <p:cNvSpPr/>
          <p:nvPr/>
        </p:nvSpPr>
        <p:spPr>
          <a:xfrm>
            <a:off x="3291840" y="4160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属人的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617720" y="41605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983480" y="4160520"/>
            <a:ext cx="1280160" cy="4114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4" name="Text 52"/>
          <p:cNvSpPr/>
          <p:nvPr/>
        </p:nvSpPr>
        <p:spPr>
          <a:xfrm>
            <a:off x="4983480" y="4160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即答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9224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成功・失敗事例をチャットで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即座に参照可能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 × Unson  |  NEC様向け AI活用総合提案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期待効果：セールスエージェントAI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商談準備時間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3時間 → 45分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0972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234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697480" y="1920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提案書作成時間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6時間 → 2時間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234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CRM入力時間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45分/日 → 5分/日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95160" y="10972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95160" y="1234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995160" y="1920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顧客対面時間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増加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年間300〜400時間創出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定性効果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840480"/>
            <a:ext cx="164592" cy="16459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9728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CIOへのプレゼンス向上：「NEC自身がAI営業を実践している」説得力</a:t>
            </a:r>
            <a:endParaRPr lang="en-US" sz="10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60520"/>
            <a:ext cx="164592" cy="16459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9728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CAIO組織の成果可視化：横串AI組織の具体的成功事例として発信可能</a:t>
            </a:r>
            <a:endParaRPr lang="en-US" sz="10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80560"/>
            <a:ext cx="164592" cy="16459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9728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データドリブン経営：CRMデータ品質向上による正確なフォーキャスト実現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22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63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ナレッジ会話AI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自然言語で社内ナレッジを横断検索・対話的に活用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 × Unson  |  NEC様向け AI活用総合提案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 × Unson  |  NEC様向け AI活用総合提案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ナレッジ会話AI：3つの適用領域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キーワード検索から「会話するように聞く」体験へ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8760" y="1371600"/>
            <a:ext cx="640080" cy="64008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4630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社内文書検索AI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2514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/ Notion / SharePointを横断検索し、自然言語で回答。「あの資料どこ？」の検索時間を80%以上短縮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4400" y="3611880"/>
            <a:ext cx="187452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611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737360" y="36118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検索時間削減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83280" y="1188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43400" y="1371600"/>
            <a:ext cx="640080" cy="64008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630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6616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顧客対話AI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566160" y="2514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FAQ・マニュアルベースの1次対応自動化。リアルタイム回答とエスカレーション判断を自動化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749040" y="3611880"/>
            <a:ext cx="187452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Text 17"/>
          <p:cNvSpPr/>
          <p:nvPr/>
        </p:nvSpPr>
        <p:spPr>
          <a:xfrm>
            <a:off x="3749040" y="3611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4572000" y="36118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問い合わせ工数削減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217920" y="1188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178040" y="1371600"/>
            <a:ext cx="640080" cy="640080"/>
          </a:xfrm>
          <a:prstGeom prst="ellipse">
            <a:avLst/>
          </a:prstGeom>
          <a:solidFill>
            <a:srgbClr val="F0FDFA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46304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0080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議事録・ナレッジ継承AI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00800" y="25146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会議内容を自動構造化・蓄積。「先月の決定事項は？」に議事録から抽出して回答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583680" y="3611880"/>
            <a:ext cx="187452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9" name="Text 24"/>
          <p:cNvSpPr/>
          <p:nvPr/>
        </p:nvSpPr>
        <p:spPr>
          <a:xfrm>
            <a:off x="6583680" y="3611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7406640" y="36118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RAG登録工数削減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 × Unson  |  NEC様向け AI活用総合提案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最大の改善：RAG手動登録が不要に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Before：現在のフロー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69164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Notionにデータ蓄積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1234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1234440"/>
            <a:ext cx="169164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234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手動でNGSに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RAG登録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34840" y="1234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169164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34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NGS経由で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1234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1234440"/>
            <a:ext cx="169164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234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精度・鮮度に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After：ナレッジ会話AI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286000"/>
            <a:ext cx="1691640" cy="5486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286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自然言語で質問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23160" y="2286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2286000"/>
            <a:ext cx="1691640" cy="5486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2286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+ Azure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OpenAIが処理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34840" y="2286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1691640" cy="5486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286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Box/Notion/SP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を直接参照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46520" y="2286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66560" y="2286000"/>
            <a:ext cx="1691640" cy="5486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2286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対話形式で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出典付き回答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技術選定のポイント</a:t>
            </a:r>
            <a:endParaRPr lang="en-US" sz="12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429000"/>
            <a:ext cx="146304" cy="14630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5156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Service ─ NEC環境との高い親和性・データ国内保持</a:t>
            </a:r>
            <a:endParaRPr lang="en-US" sz="10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703320"/>
            <a:ext cx="146304" cy="146304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05156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Copilot統合 ─ Box Connector対応・権限制御の自動継承</a:t>
            </a:r>
            <a:endParaRPr lang="en-US" sz="10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77640"/>
            <a:ext cx="146304" cy="14630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05156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NGSとの共存 ─ 既存環境を置き換えず補完的に導入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22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63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AI駆動プロジェクト管理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全部門共通のPM業務を起点に、全社AI普及を加速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 × Unson  |  NEC様向け AI活用総合提案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 × Unson  |  NEC様向け AI活用総合提案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AI駆動PMが実現する5つの自動化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051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進捗管理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051560"/>
            <a:ext cx="256032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週次会議・Excel手動集計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57800" y="10515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23560" y="1051560"/>
            <a:ext cx="2926080" cy="4114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AIが自動集計・異常値を即時アラート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1600200"/>
            <a:ext cx="7818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847088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847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1801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リスク検出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1801368"/>
            <a:ext cx="256032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PMの経験則に依存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57800" y="180136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23560" y="1801368"/>
            <a:ext cx="2926080" cy="4114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18013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過去データからパターン認識・早期警告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2350008"/>
            <a:ext cx="7818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2596896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596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2551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会議準備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51760" y="2551176"/>
            <a:ext cx="256032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0" y="25511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PMが手動でアジェンダ作成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57800" y="255117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23560" y="2551176"/>
            <a:ext cx="2926080" cy="4114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25511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前回議事録・進捗差分から自動生成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3099816"/>
            <a:ext cx="7818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3346704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33467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88720" y="33009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議事録→タスク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651760" y="3300984"/>
            <a:ext cx="256032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0" y="33009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手動で作成・振り分け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57800" y="330098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623560" y="3300984"/>
            <a:ext cx="2926080" cy="4114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0" name="Text 38"/>
          <p:cNvSpPr/>
          <p:nvPr/>
        </p:nvSpPr>
        <p:spPr>
          <a:xfrm>
            <a:off x="5715000" y="33009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自動文字起こし→要約→タスク化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" y="3849624"/>
            <a:ext cx="781812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" y="4096512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88720" y="40507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ステータスレポート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651760" y="4050792"/>
            <a:ext cx="256032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0" y="40507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PMが毎週手動作成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257800" y="405079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623560" y="4050792"/>
            <a:ext cx="2926080" cy="4114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9" name="Text 47"/>
          <p:cNvSpPr/>
          <p:nvPr/>
        </p:nvSpPr>
        <p:spPr>
          <a:xfrm>
            <a:off x="5715000" y="40507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AIが自動生成、PMは確認のみ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1520" y="4754880"/>
            <a:ext cx="7680960" cy="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 × Unson  |  NEC様向け AI活用総合提案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AIユースケース全体像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6つの領域 × 30以上のユースケースでNECのAI活用を支援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Copilot活用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06040" y="1325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5件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1691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営業資料自動生成、議事録、メール効率化、Excel分析、FAQ Bot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" y="2286000"/>
            <a:ext cx="1188720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286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即日着手可能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383280" y="11887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ナレッジ管理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40680" y="1325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5件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566160" y="1691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文書横断検索、仕様書サーチ、ナレッジ継承、契約書分析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566160" y="2286000"/>
            <a:ext cx="1188720" cy="228600"/>
          </a:xfrm>
          <a:prstGeom prst="rect">
            <a:avLst/>
          </a:prstGeom>
          <a:solidFill>
            <a:srgbClr val="1B6CA8">
              <a:alpha val="15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3566160" y="2286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Box移行と連動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6217920" y="11887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6656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業務自動化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275320" y="1325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6件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00800" y="1691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定型レポート、メール分類、進捗アラート、経費精算自動化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400800" y="2286000"/>
            <a:ext cx="1188720" cy="2286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6400800" y="2286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段階的拡大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548640" y="28803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1752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9728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産業特化AI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2606040" y="3017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6件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31520" y="3383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製造品質AI、予知保全、インフラ監視、コンタクトセンター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31520" y="3977640"/>
            <a:ext cx="1188720" cy="22860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731520" y="3977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NEC強み×AI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3383280" y="28803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01752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93192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AIガバナンス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5440680" y="3017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5件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566160" y="3383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利用監査、リスク評価、EU AI Act対応、品質モニタリング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3566160" y="3977640"/>
            <a:ext cx="1188720" cy="228600"/>
          </a:xfrm>
          <a:prstGeom prst="rect">
            <a:avLst/>
          </a:prstGeom>
          <a:solidFill>
            <a:srgbClr val="1B6CA8">
              <a:alpha val="15000"/>
            </a:srgbClr>
          </a:solidFill>
          <a:ln/>
        </p:spPr>
      </p:sp>
      <p:sp>
        <p:nvSpPr>
          <p:cNvPr id="41" name="Text 34"/>
          <p:cNvSpPr/>
          <p:nvPr/>
        </p:nvSpPr>
        <p:spPr>
          <a:xfrm>
            <a:off x="3566160" y="3977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外販にも転用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6217920" y="28803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017520"/>
            <a:ext cx="274320" cy="27432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76656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研修・人材育成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8275320" y="3017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6件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6400800" y="33832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AI基礎研修、部門別WS、スキル診断、プロンプト講座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6400800" y="3977640"/>
            <a:ext cx="1188720" cy="2286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48" name="Text 40"/>
          <p:cNvSpPr/>
          <p:nvPr/>
        </p:nvSpPr>
        <p:spPr>
          <a:xfrm>
            <a:off x="6400800" y="3977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全社底上げ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 × Unson  |  NEC様向け AI活用総合提案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導入ロードマップ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クイックウィンで成果を出し、段階的に全社展開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768096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1298448"/>
            <a:ext cx="274320" cy="27432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1ヶ月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194560"/>
            <a:ext cx="192024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設計・準備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743200"/>
            <a:ext cx="137160" cy="1371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6112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現状業務分析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90672"/>
            <a:ext cx="137160" cy="1371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96112" y="3044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KPI設定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38144"/>
            <a:ext cx="137160" cy="1371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" y="3392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ツール選定・環境構築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85616"/>
            <a:ext cx="137160" cy="1371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6112" y="3739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AIガバナンス設計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429000" y="129844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17"/>
          <p:cNvSpPr/>
          <p:nvPr/>
        </p:nvSpPr>
        <p:spPr>
          <a:xfrm>
            <a:off x="265176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2651760" y="1874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2〜3ヶ月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2651760" y="219456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651760" y="219456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1"/>
          <p:cNvSpPr/>
          <p:nvPr/>
        </p:nvSpPr>
        <p:spPr>
          <a:xfrm>
            <a:off x="278892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PoC・効果実証</a:t>
            </a:r>
            <a:endParaRPr lang="en-US" sz="12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8920" y="2743200"/>
            <a:ext cx="137160" cy="1371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999232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1チームでパイロット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" y="3090672"/>
            <a:ext cx="137160" cy="1371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999232" y="3044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コア機能のプロトタイプ</a:t>
            </a:r>
            <a:endParaRPr lang="en-US" sz="9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920" y="3438144"/>
            <a:ext cx="137160" cy="1371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999232" y="3392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効果測定・改善</a:t>
            </a:r>
            <a:endParaRPr lang="en-US" sz="9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8920" y="3785616"/>
            <a:ext cx="137160" cy="1371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2999232" y="3739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経営報告資料作成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5532120" y="1298448"/>
            <a:ext cx="274320" cy="27432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37" name="Text 27"/>
          <p:cNvSpPr/>
          <p:nvPr/>
        </p:nvSpPr>
        <p:spPr>
          <a:xfrm>
            <a:off x="475488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4754880" y="1874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4754880" y="219456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4754880" y="2194560"/>
            <a:ext cx="1920240" cy="457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1" name="Text 31"/>
          <p:cNvSpPr/>
          <p:nvPr/>
        </p:nvSpPr>
        <p:spPr>
          <a:xfrm>
            <a:off x="489204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拡大展開</a:t>
            </a:r>
            <a:endParaRPr lang="en-US" sz="12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743200"/>
            <a:ext cx="137160" cy="13716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102352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フル機能開発</a:t>
            </a:r>
            <a:endParaRPr lang="en-US" sz="9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3090672"/>
            <a:ext cx="137160" cy="13716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102352" y="3044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複数チーム展開</a:t>
            </a:r>
            <a:endParaRPr lang="en-US" sz="9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438144"/>
            <a:ext cx="137160" cy="13716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5102352" y="3392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研修プログラム構築</a:t>
            </a:r>
            <a:endParaRPr lang="en-US" sz="90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3785616"/>
            <a:ext cx="137160" cy="137160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5102352" y="3739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アンバサダー育成</a:t>
            </a:r>
            <a:endParaRPr lang="en-US" sz="900" dirty="0"/>
          </a:p>
        </p:txBody>
      </p:sp>
      <p:sp>
        <p:nvSpPr>
          <p:cNvPr id="50" name="Shape 36"/>
          <p:cNvSpPr/>
          <p:nvPr/>
        </p:nvSpPr>
        <p:spPr>
          <a:xfrm>
            <a:off x="7635240" y="1298448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1" name="Text 37"/>
          <p:cNvSpPr/>
          <p:nvPr/>
        </p:nvSpPr>
        <p:spPr>
          <a:xfrm>
            <a:off x="685800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52" name="Text 38"/>
          <p:cNvSpPr/>
          <p:nvPr/>
        </p:nvSpPr>
        <p:spPr>
          <a:xfrm>
            <a:off x="6858000" y="1874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6ヶ月〜</a:t>
            </a:r>
            <a:endParaRPr lang="en-US" sz="900" dirty="0"/>
          </a:p>
        </p:txBody>
      </p:sp>
      <p:sp>
        <p:nvSpPr>
          <p:cNvPr id="53" name="Shape 39"/>
          <p:cNvSpPr/>
          <p:nvPr/>
        </p:nvSpPr>
        <p:spPr>
          <a:xfrm>
            <a:off x="6858000" y="219456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40"/>
          <p:cNvSpPr/>
          <p:nvPr/>
        </p:nvSpPr>
        <p:spPr>
          <a:xfrm>
            <a:off x="6858000" y="219456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Text 41"/>
          <p:cNvSpPr/>
          <p:nvPr/>
        </p:nvSpPr>
        <p:spPr>
          <a:xfrm>
            <a:off x="699516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全社展開・自走</a:t>
            </a:r>
            <a:endParaRPr lang="en-US" sz="1200" dirty="0"/>
          </a:p>
        </p:txBody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5160" y="2743200"/>
            <a:ext cx="137160" cy="137160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7205472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部門順次展開</a:t>
            </a:r>
            <a:endParaRPr lang="en-US" sz="900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95160" y="3090672"/>
            <a:ext cx="137160" cy="137160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7205472" y="3044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自走体制構築</a:t>
            </a:r>
            <a:endParaRPr lang="en-US" sz="900" dirty="0"/>
          </a:p>
        </p:txBody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95160" y="3438144"/>
            <a:ext cx="137160" cy="137160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7205472" y="3392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継続改善サイクル</a:t>
            </a:r>
            <a:endParaRPr lang="en-US" sz="900" dirty="0"/>
          </a:p>
        </p:txBody>
      </p:sp>
      <p:pic>
        <p:nvPicPr>
          <p:cNvPr id="6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95160" y="3785616"/>
            <a:ext cx="137160" cy="137160"/>
          </a:xfrm>
          <a:prstGeom prst="rect">
            <a:avLst/>
          </a:prstGeom>
        </p:spPr>
      </p:pic>
      <p:sp>
        <p:nvSpPr>
          <p:cNvPr id="63" name="Text 45"/>
          <p:cNvSpPr/>
          <p:nvPr/>
        </p:nvSpPr>
        <p:spPr>
          <a:xfrm>
            <a:off x="7205472" y="3739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他部門への横展開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 × Unson  |  NEC様向け AI活用総合提案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 BAAO / Unson 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「戦略 × 実装 × ガバナンス」の一気通貫体制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840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188720"/>
            <a:ext cx="38404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BAAO（ビジネスAI推進機構）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137160" cy="137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16642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経産省AIガバナンスGL執筆協力（山本代表）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47672"/>
            <a:ext cx="137160" cy="1371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7552" y="19202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AI研修実績100回以上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03704"/>
            <a:ext cx="137160" cy="1371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7552" y="21762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「生成AI導入入門」Amazon 1位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459736"/>
            <a:ext cx="137160" cy="1371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7552" y="24323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大企業AI導入コンサルティング多数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715768"/>
            <a:ext cx="137160" cy="1371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87552" y="26883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戦略設計 ─ 「何を・なぜやるべきか」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4754880" y="1188720"/>
            <a:ext cx="3840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754880" y="1188720"/>
            <a:ext cx="3840480" cy="4572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2" name="Text 15"/>
          <p:cNvSpPr/>
          <p:nvPr/>
        </p:nvSpPr>
        <p:spPr>
          <a:xfrm>
            <a:off x="493776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Unson（合同会社 雲孫）</a:t>
            </a:r>
            <a:endParaRPr lang="en-US" sz="13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691640"/>
            <a:ext cx="137160" cy="1371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93792" y="16642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/ Copilot Studio実装力</a:t>
            </a:r>
            <a:endParaRPr lang="en-US" sz="9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1947672"/>
            <a:ext cx="137160" cy="1371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93792" y="19202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AIエージェント設計・開発専門</a:t>
            </a:r>
            <a:endParaRPr lang="en-US" sz="9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203704"/>
            <a:ext cx="137160" cy="1371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193792" y="21762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既存ツールとのシームレス連携</a:t>
            </a:r>
            <a:endParaRPr lang="en-US" sz="9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2459736"/>
            <a:ext cx="137160" cy="13716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193792" y="24323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PM自動化の自社実運用実績</a:t>
            </a:r>
            <a:endParaRPr lang="en-US" sz="9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2715768"/>
            <a:ext cx="137160" cy="1371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193792" y="26883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技術実装 ─ 「どう実現するか」</a:t>
            </a:r>
            <a:endParaRPr lang="en-US" sz="950" dirty="0"/>
          </a:p>
        </p:txBody>
      </p:sp>
      <p:sp>
        <p:nvSpPr>
          <p:cNvPr id="33" name="Text 21"/>
          <p:cNvSpPr/>
          <p:nvPr/>
        </p:nvSpPr>
        <p:spPr>
          <a:xfrm>
            <a:off x="73152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大手コンサルとの比較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365760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大手コンサル</a:t>
                      </a: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BAAO / Unson</a:t>
                      </a: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実装</a:t>
                      </a: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別途SIer必要</a:t>
                      </a: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コンサル〜実装まで一気通貫</a:t>
                      </a: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期間</a:t>
                      </a: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要件定義だけで3ヶ月</a:t>
                      </a: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3ヶ月でPoC完了・効果測定済み</a:t>
                      </a: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ガバナンス</a:t>
                      </a: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個社ポリシー準拠</a:t>
                      </a: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経産省GL準拠の知見あり</a:t>
                      </a: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定着支援</a:t>
                      </a: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報告書提出で終了</a:t>
                      </a: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月次レビューで継続改善</a:t>
                      </a:r>
                      <a:endParaRPr lang="en-US" sz="9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BAAO × Unson  |  NEC様向け AI活用総合提案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5087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本提案に対するフィードバック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7373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ご関心のある領域・優先度をお聞かせください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本ミーティング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15568" y="192024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14400" y="2286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現場ヒアリング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514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対象部門の業務フロー・課題を詳細に把握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1〜2週間以内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15568" y="269748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14400" y="30632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PoC計画策定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291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パイロット部署・スコープ・KPIの確定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3〜4週間以内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15568" y="3474720"/>
            <a:ext cx="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14400" y="38404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PoC開始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4069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設計・準備フェーズをスタート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1ヶ月以内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709160"/>
            <a:ext cx="7680960" cy="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お問い合わせ：BAAO 山本力弥（代表理事）/ 佐藤圭吾（理事・技術統括） ─ Unson 佐藤圭吾（代表）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NEC様向け AI活用総合提案書</dc:title>
  <dc:subject>PptxGenJS Presentation</dc:subject>
  <dc:creator>BAAO / Unson</dc:creator>
  <cp:lastModifiedBy>BAAO / Unson</cp:lastModifiedBy>
  <cp:revision>1</cp:revision>
  <dcterms:created xsi:type="dcterms:W3CDTF">2026-02-19T03:16:57Z</dcterms:created>
  <dcterms:modified xsi:type="dcterms:W3CDTF">2026-02-19T03:16:57Z</dcterms:modified>
</cp:coreProperties>
</file>